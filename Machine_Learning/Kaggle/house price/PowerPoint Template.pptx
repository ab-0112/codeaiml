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616A5-7F7C-2246-BC48-D13176CBB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0DFD9E-3A84-2EE4-FC35-4FD54F3FC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31156-BD16-9CF2-244D-957C2DAF1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BF165-7CD5-42D4-AB47-10773C51F535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F59B3-A509-17D0-32C9-76C1031D7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7DEBA-DC42-0FFB-BF99-4A0069C98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FD9D-C24F-4C8B-82E2-5A81A659F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919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02F0B-685B-9252-28F8-C3A23CB75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BD69B-DA0D-D8AC-E4E2-076B9EA69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0C9F4-B612-21D1-1C43-4CDA22DDB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BF165-7CD5-42D4-AB47-10773C51F535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76431-2665-17A7-C8D6-C89B86E3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CF418-498B-9AFF-96D8-8294544A8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FD9D-C24F-4C8B-82E2-5A81A659F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593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F03C0-9D18-E1C5-42F2-859E644B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1BA69-CD04-37F0-1E11-842AC8775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43F4E-7954-55ED-25E9-AAB87B5DB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BF165-7CD5-42D4-AB47-10773C51F535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F241E-FF32-1552-6524-039BBD713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0F295-5E34-40E6-756B-8D44CC92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FD9D-C24F-4C8B-82E2-5A81A659F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218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63329-3903-1321-7E1D-1DE7D8F4A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74887-6F7D-542B-C0E1-43DAA46ED7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9A73C-4031-7E96-DFD6-3708C2E04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689B8-F187-2E22-06B3-0B323C699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BF165-7CD5-42D4-AB47-10773C51F535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EAA6F-37EF-EE36-3681-3980B9FBB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641F1-0131-3E06-EF1A-9A664F037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FD9D-C24F-4C8B-82E2-5A81A659F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51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26AC4-BFCA-B173-AF0B-A59F316B2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0BE50-03EF-7C6C-459F-28B962C8D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EBEAB-788A-E1ED-C013-BC54406264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FA060-338D-6A03-1121-4E56F60F3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48A892-C522-03A4-60E6-00FF8D39D1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1E9132-DF41-03F7-FA06-3BA019D1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BF165-7CD5-42D4-AB47-10773C51F535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FF1F57-99C4-2290-24D7-777A7EAB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814505-9FF0-21A4-204F-41CB02F2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FD9D-C24F-4C8B-82E2-5A81A659F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676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8470C-E634-CAB0-BBF1-4F80C36E0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B4F015-DA06-6527-D2A6-1BBDA2561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BF165-7CD5-42D4-AB47-10773C51F535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657888-6207-747A-EB77-43CF0703B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14DBBD-485D-189C-8A69-364377C5C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FD9D-C24F-4C8B-82E2-5A81A659F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753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4ACDCA-B334-95DE-7391-8CD91D7B4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BF165-7CD5-42D4-AB47-10773C51F535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7BD7CF-AF7E-B277-B0CD-80B1C93E0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5A1D8-A173-BE90-04C7-6FDB8A6CE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FD9D-C24F-4C8B-82E2-5A81A659F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209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36E93-3ECA-7ED6-5FAB-C825AA73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3FD82-1419-B29A-BC0F-C0DD20B70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804E4E-97DF-49B6-A7DA-B4D3F13F9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6E819-19C4-CDF1-381F-089DDEE03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BF165-7CD5-42D4-AB47-10773C51F535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3F894-A6B5-1289-F9D8-7C749E95C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DC44A-36FC-C3AB-E3BA-8679D77B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FD9D-C24F-4C8B-82E2-5A81A659F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59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3D8AB-1865-17DB-C623-FC19A9604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6D8AFF-F55B-E473-470F-06D5134A9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23DCB5-755A-E7C7-54BE-B85BA4888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002B85-A602-DEB3-0F1A-87E930190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BF165-7CD5-42D4-AB47-10773C51F535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B1E37-3400-41F6-30C7-508FC0112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118FA-6999-C368-ED14-020A17F01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FD9D-C24F-4C8B-82E2-5A81A659F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568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3966D-4B19-5F07-6ACB-88D1899EA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EAAD14-4A64-8DDD-4C4A-4602C88210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3B278-70B4-6661-F7A3-82010142A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BF165-7CD5-42D4-AB47-10773C51F535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3B186-7B76-046F-50F1-1CBA8AA2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B8D73-22CB-A281-9520-55B52BAD6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FD9D-C24F-4C8B-82E2-5A81A659F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788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B1985F-D896-8CF3-799C-71B49D3381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4F9332-186A-EA79-2654-364996634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09C0B-361A-45DD-06E7-3F66BEFD6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BF165-7CD5-42D4-AB47-10773C51F535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589E8-E917-05EC-A966-79CB998BF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69C24-F711-5D56-9ED5-E482897A7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FD9D-C24F-4C8B-82E2-5A81A659F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539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2916E0-E65F-3E7B-F28F-5D3CD64A8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99F51-8D2A-6947-6704-46E5D4B5A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B359F-A420-B186-656C-8F2056442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BF165-7CD5-42D4-AB47-10773C51F535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D1D7C-36BA-9DC4-AFF6-AD280F5247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16C97-5714-0FA2-7620-E7F0F1453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2FD9D-C24F-4C8B-82E2-5A81A659F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900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CAD36-4391-DD10-D50D-33F68E874D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B5973B-4D79-5DC6-7B4B-D2BFDF786D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824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Murali Malolanrusimhan</dc:creator>
  <cp:lastModifiedBy>Abhishek Murali Malolanrusimhan</cp:lastModifiedBy>
  <cp:revision>1</cp:revision>
  <dcterms:created xsi:type="dcterms:W3CDTF">2025-06-10T09:41:13Z</dcterms:created>
  <dcterms:modified xsi:type="dcterms:W3CDTF">2025-06-10T09:41:27Z</dcterms:modified>
</cp:coreProperties>
</file>